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 - LABORATORIO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UNAPEC Mini 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843"/>
                </a:solidFill>
                <a:latin typeface="Calibri"/>
              </a:defRPr>
            </a:pPr>
            <a:r>
              <a:t>Security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Modelo de Amenazas - Analisis de Seguridad - Fase 1 (Red Team)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4846320"/>
            <a:ext cx="6705295" cy="1828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Jean de los Santos   -   Jose Canelo   -   Rainiery Pena</a:t>
            </a:r>
          </a:p>
          <a:p>
            <a:pPr>
              <a:spcAft>
                <a:spcPts val="4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 b="0">
                <a:solidFill>
                  <a:srgbClr val="D4A843"/>
                </a:solidFill>
                <a:latin typeface="Calibri"/>
              </a:defRPr>
            </a:pPr>
            <a:r>
              <a:t>Proyecto Integrador Avanzado -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4813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Arquitectura de la Aplicacion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7556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Stack tecnologico, roles y despliegue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677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945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Diagrama de Flujo de Datos (DFD)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46887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Entidades, flujos y limites de confianza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89504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8094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90779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Modelo de Amenazas STRIDE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18211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10 amenazas identificadas y clasificadas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02736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69417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62102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Demostracion de Vulnerabilidades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89534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5 ataques ejecutados con evidencia real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15968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40740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33425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Evidencia de Pentesting - Burp Suite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60857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Capturas de Repeater, Intruder y HTTP History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29200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120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474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Puntuaciones CVSS v3.1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3218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Evaluacion de severidad por hallazgo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742431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33871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76071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Conclusiones y Recomendaciones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6035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Remediaciones para Fase 2 (Blue Team)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Arquitectura de la Aplicacion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Stack tecnologico y configuracion del laboratorio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Servidor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ASP.NET Core 10 (Kestrel) - MVC/Razor + API Controllers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Base de Datos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PostgreSQL 18 Alpine - 7 tablas, datos sinteticos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08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Contenedor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Docker Compose - bind 127.0.0.1:5081, read-only, non-root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Auth MVC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Cookie LabSession - HttpOnly=false en Red Team (intencional)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Auth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7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JWT Bearer HS256 - secreto debil 'MiniShopLab2026' (15 bytes)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40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60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Cliente (4 cuentas) - Vendedor (1) - Admin (1)</a:t>
            </a:r>
          </a:p>
        </p:txBody>
      </p:sp>
      <p:pic>
        <p:nvPicPr>
          <p:cNvPr id="20" name="Picture 19" descr="01-home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29832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00800" y="45720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Catalogo de productos - Vista publica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Diagrama de Flujo de Datos (DFD)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Fase 1 - Entidades, flujos y limites de confianza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011680" cy="914400"/>
          </a:xfrm>
          <a:prstGeom prst="roundRect">
            <a:avLst/>
          </a:prstGeom>
          <a:solidFill>
            <a:srgbClr val="2C7BE5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Usuario</a:t>
            </a:r>
            <a:br/>
            <a:r>
              <a:t>(Cliente/Vendedor/Admin)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828800"/>
            <a:ext cx="2560320" cy="91440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1945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ASP.NET Core</a:t>
            </a:r>
            <a:br/>
            <a:r>
              <a:t>MVC/Razor +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828800"/>
            <a:ext cx="2286000" cy="914400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8745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PostgreSQL</a:t>
            </a:r>
            <a:br/>
            <a:r>
              <a:t>(Datos sinteticos)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2011680" cy="91440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886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Burp / ZAP</a:t>
            </a:r>
            <a:br/>
            <a:r>
              <a:t>Herramientas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3840480"/>
            <a:ext cx="2286000" cy="914400"/>
          </a:xfrm>
          <a:prstGeom prst="roundRect">
            <a:avLst/>
          </a:prstGeom>
          <a:solidFill>
            <a:srgbClr val="6C757D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3886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206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Logs</a:t>
            </a:r>
            <a:br/>
            <a:r>
              <a:t>(stdout contenedor)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645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-&gt; HTTP, cookies, JWT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&lt;- HTML/JSON, cookie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645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3366"/>
                </a:solidFill>
                <a:latin typeface="Calibri"/>
              </a:defRPr>
            </a:pPr>
            <a:r>
              <a:t>-&gt; EF Core/Npgsql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-&gt; SQL raw (Red Team)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114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-&gt; Logs 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E44AD"/>
                </a:solidFill>
                <a:latin typeface="Calibri"/>
              </a:defRPr>
            </a:pPr>
            <a:r>
              <a:t>-&gt; HTTP loopback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0292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3366"/>
                </a:solidFill>
                <a:latin typeface="Calibri"/>
              </a:defRPr>
            </a:pPr>
            <a:r>
              <a:t>--- Trust Boundaries ---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TB-1: Navegador -&gt;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Entrada no confiable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TB-2: Tools -&gt; App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Solo loopback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TB-3: App -&gt; PostgreSQL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Limite proceso/datos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TB-4: /lab/collect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Flujo XSS cookie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1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TB-5: Container -&gt; Host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Solo 127.0.0.1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Modelo de Amenazas STRIDE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10 amenazas identificadas - todas las categorias cubiertas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08760"/>
            <a:ext cx="548640" cy="5486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Spoofing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Suplantacion de identidad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* S-01: Enumeracion de usuarios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* S-02: JWT debil -&gt; forjar Admin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1508760"/>
            <a:ext cx="54864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Tampering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Alteracion de 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* T-01: SQLi blind en busqueda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514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* T-02: IDOR escritura en carrito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75320" y="1508760"/>
            <a:ext cx="54864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Repudiation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Repudio de acciones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* R-01: Sin tabla de auditoria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3192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4069080"/>
            <a:ext cx="548640" cy="5486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069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Info Disclosure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Divulgacion de info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7091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* I-01: XSS + robo de cookie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074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* I-02: BOLA lectura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44067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* I-03: Enum login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3192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434840" y="4069080"/>
            <a:ext cx="548640" cy="5486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4069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Denial of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Denegacion de servicio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7091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* D-01: Sin rate limit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393192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4069080"/>
            <a:ext cx="548640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069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Elev. of Privilege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Elevacion de privilegios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47091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* E-01: Cookie/JWT -&gt; Admin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1: SQL Injection Blind Time-Based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VULN-01 - CWE-89 - OWASP A03:2021 Injection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94360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Endpoint afectado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GET /api/products/search?q=&lt;payload&gt;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1. Busqueda normal -&gt; medir tiempo base (~44ms)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2. Inyectar: q=demo' AND 1=(SELECT 1 FROM pg_sleep(2))--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3. Tiempo respuesta: ~2059ms (+2015ms de retardo)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4. Confirmar con sqlmap: extraer BD y tablas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Resultados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Baseline: ~44ms | Con pg_sleep(2): ~2059ms</a:t>
            </a:r>
          </a:p>
          <a:p>
            <a:pPr>
              <a:spcAft>
                <a:spcPts val="400"/>
              </a:spcAft>
              <a:defRPr sz="1200" b="1">
                <a:solidFill>
                  <a:srgbClr val="C0392B"/>
                </a:solidFill>
                <a:latin typeface="Calibri"/>
              </a:defRPr>
            </a:pPr>
            <a:r>
              <a:t>Diferencia: ~2015ms (inyeccion confirmada)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Herramientas: Burp Suite Repeater + sqlmap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Causa raiz: SQL raw con concatenacion directa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371600"/>
            <a:ext cx="48463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417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1737360"/>
            <a:ext cx="10972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PR:N / UI:N</a:t>
            </a:r>
            <a:br/>
            <a:r>
              <a:t>S:U / C:L / I:N / A:N</a:t>
            </a:r>
          </a:p>
        </p:txBody>
      </p:sp>
      <p:pic>
        <p:nvPicPr>
          <p:cNvPr id="15" name="Picture 14" descr="01-home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200400"/>
            <a:ext cx="4846320" cy="27260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F1-10 - SQL Injection - Burp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Repeater: baseline vs pg_sleep(2) + Intruder timing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REAL - Burp Suite</a:t>
            </a:r>
          </a:p>
        </p:txBody>
      </p:sp>
      <p:pic>
        <p:nvPicPr>
          <p:cNvPr id="9" name="Picture 8" descr="F1-10-01-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307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38404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Burp Repeater - Busqueda normal (baseline ~5ms)</a:t>
            </a:r>
          </a:p>
        </p:txBody>
      </p:sp>
      <p:pic>
        <p:nvPicPr>
          <p:cNvPr id="11" name="Picture 10" descr="F1-10-02-pgsl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307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38404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Burp Repeater - Inyeccion pg_sleep(2) (~2034ms)</a:t>
            </a:r>
          </a:p>
        </p:txBody>
      </p:sp>
      <p:pic>
        <p:nvPicPr>
          <p:cNvPr id="13" name="Picture 12" descr="F1-10-03-intruder-tim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206240"/>
            <a:ext cx="8503920" cy="49606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28800" y="640080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Burp Intruder - Timing consistente en 5 intentos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2: XSS Almacenado + Robo de Cookie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VULN-02 - CWE-79 - OWASP A03:2021 Injection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Endpoint afectado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POST /api/products/{id}/comments + GET /Products/Details/{id}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Cadena de ataque completa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1. Publicar comentario malicioso con payload XSS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2. @Html.Raw renderiza HTML crudo sin sanitizar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3. Victima visita pagina -&gt; JS ejecuta fetch()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4. Cookie LabSession enviada a /lab/collect (HTTP 204)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5. Atacante replica cookie -&gt; suplanta sesion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Causa raiz: @Html.Raw sin encoding + cookie sin HttpOnly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6.8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PR:L / UI:R</a:t>
            </a:r>
            <a:br/>
            <a:r>
              <a:t>S:C / C:H / I:N / A:N</a:t>
            </a:r>
          </a:p>
        </p:txBody>
      </p:sp>
      <p:pic>
        <p:nvPicPr>
          <p:cNvPr id="15" name="Picture 14" descr="05-product-detail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F1-11 - XSS Almacenado - Burp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payload -&gt; cookie theft -&gt; session replay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REAL - Burp Suite</a:t>
            </a:r>
          </a:p>
        </p:txBody>
      </p:sp>
      <p:pic>
        <p:nvPicPr>
          <p:cNvPr id="9" name="Picture 8" descr="F1-11-01-comment-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307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38404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Burp Repeater - POST comentario XSS (HTTP 201)</a:t>
            </a:r>
          </a:p>
        </p:txBody>
      </p:sp>
      <p:pic>
        <p:nvPicPr>
          <p:cNvPr id="11" name="Picture 10" descr="F1-11-02-cookie-the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307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38404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Burp HTTP History - Cookie robada /lab/collect (HTTP 204)</a:t>
            </a:r>
          </a:p>
        </p:txBody>
      </p:sp>
      <p:pic>
        <p:nvPicPr>
          <p:cNvPr id="13" name="Picture 12" descr="F1-11-03-session-re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206240"/>
            <a:ext cx="8503920" cy="49606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28800" y="640080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Burp Repeater - Session replay con cookie robada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3: IDOR / BOLA - Acceso No Autorizado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VULN-03 - CWE-639 - OWASP A01:2021 Broken Access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Endpoints afectados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/api/cart/{userId} - /api/cart/{userId}/items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1. Login como cliente-a (sub=1)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2. IDOR Lectura: GET /api/cart/2 -&gt; HTTP 200 (datos de B)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3. IDOR Lectura: GET /api/cart/3 -&gt; HTTP 200 (datos ADMIN)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4. BOLA Escritura: POST /api/cart/2/items -&gt; HTTP 201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Causa raiz: Sin validacion de ownership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PR:L / UI:N</a:t>
            </a:r>
            <a:br/>
            <a:r>
              <a:t>S:U / C:H / I:H / A:N</a:t>
            </a:r>
          </a:p>
        </p:txBody>
      </p:sp>
      <p:pic>
        <p:nvPicPr>
          <p:cNvPr id="15" name="Picture 14" descr="06-cart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F1-12 - IDOR/BOLA - Burp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cliente-a accede y modifica recursos de otros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REAL - Burp Suite</a:t>
            </a:r>
          </a:p>
        </p:txBody>
      </p:sp>
      <p:pic>
        <p:nvPicPr>
          <p:cNvPr id="9" name="Picture 8" descr="F1-12-01-idor-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307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38404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Burp Repeater - IDOR lectura: GET /api/cart/2 con JWT userId=1</a:t>
            </a:r>
          </a:p>
        </p:txBody>
      </p:sp>
      <p:pic>
        <p:nvPicPr>
          <p:cNvPr id="11" name="Picture 10" descr="F1-12-02-bola-w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307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38404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Burp Repeater - BOLA escritura: POST /api/cart/2/items (HTTP 201)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11247120" cy="91440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Sin validacion de ownership en endpoints de carrito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El servidor acepta JWT valido sin verificar que sub=1 sea el dueno del recurso userId=2/3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4: Autenticacion Debil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VULN-04 - CWE-204/307 - OWASP A07:2021 Auth Failures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Endpoint afectado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POST /api/auth/login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Hallazgo A: Enumeracion de usuarios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Mensajes DIFERENTES revelan cuentas existentes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Hallazgo B: Timing Side-Channel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~3.8ms (existente) vs ~2.9ms (inexistente)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Hallazgo C: Sin Rate Limiting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10 intentos sin HTTP 429 ni bloqueo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PR:N / UI:N</a:t>
            </a:r>
            <a:br/>
            <a:r>
              <a:t>S:U / C:L / I:N / A:N</a:t>
            </a:r>
          </a:p>
        </p:txBody>
      </p:sp>
      <p:pic>
        <p:nvPicPr>
          <p:cNvPr id="15" name="Picture 14" descr="02-login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F1-13 - Broken Auth - Burp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Enumeracion + timing + sin rate limiting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REAL - Burp Suite</a:t>
            </a:r>
          </a:p>
        </p:txBody>
      </p:sp>
      <p:pic>
        <p:nvPicPr>
          <p:cNvPr id="9" name="Picture 8" descr="F1-13-01-enum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307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38404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Burp Repeater - Enumeracion: mensajes diferenciados + timing</a:t>
            </a:r>
          </a:p>
        </p:txBody>
      </p:sp>
      <p:pic>
        <p:nvPicPr>
          <p:cNvPr id="11" name="Picture 10" descr="F1-13-02-intruder-brutefo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307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38404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Burp Intruder - 5 payloads, 4x401 + 1x200, sin rate limiting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11247120" cy="91440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Triple canal de enumeracion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CWE-204 (mensajes) + CWE-208 (timing) + CWE-307 (sin rate limiting)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5: JWT HS256 Weak Secret - Escalacion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VULN-05 - CWE-347/269 - OWASP A02:2021 Crypto Failures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Endpoint afectado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/api/admin (Bearer JWT con role=Admin requerido)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1. Login como cliente-a -&gt; JWT con role=Cliente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2. GET /api/admin -&gt; HTTP 403 Forbidden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3. Forjar token: secret=MiniShopLab2026, role=Admin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4. GET /api/admin -&gt; HTTP 200 OK (acceso total)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Causa raiz: Secreto HS256 de 15 bytes (debil)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9.6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PR:L / UI:N</a:t>
            </a:r>
            <a:br/>
            <a:r>
              <a:t>S:C / C:H / I:H / A:N</a:t>
            </a:r>
          </a:p>
        </p:txBody>
      </p:sp>
      <p:pic>
        <p:nvPicPr>
          <p:cNvPr id="15" name="Picture 14" descr="08-admin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F1-14 - JWT Forgery - Burp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Escalacion: Cliente -&gt; Admin con secreto debil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REAL - Burp Suite</a:t>
            </a:r>
          </a:p>
        </p:txBody>
      </p:sp>
      <p:pic>
        <p:nvPicPr>
          <p:cNvPr id="9" name="Picture 8" descr="F1-14-01-jwt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307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38404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Burp Repeater - Cliente-&gt;403 | Admin forjado-&gt;200 | Firma mala-&gt;401</a:t>
            </a:r>
          </a:p>
        </p:txBody>
      </p:sp>
      <p:pic>
        <p:nvPicPr>
          <p:cNvPr id="11" name="Picture 10" descr="F1-14-02-forge-scri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307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17920" y="38404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Script forge_lab_token.py - JWT forjado con secreto MiniShopLab2026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11247120" cy="91440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Escalacion de privilegios CONFIRMADA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403 (Cliente) -&gt; 200 (Admin forjado) -&gt; 401 (secreto incorrecto = control) | CVSS 9.6 Critical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Resumen de Puntuaciones CVSS v3.1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Evaluacion de severidad de los 5 hallazgos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100584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9.6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554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874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JWT HS256 Weak Secret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1737360"/>
            <a:ext cx="43891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242316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14600"/>
            <a:ext cx="100584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8.1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03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514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834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IDOR/BOLA Carrito/Pedidos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9748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0" y="2697480"/>
            <a:ext cx="370332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338328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474720"/>
            <a:ext cx="100584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6.8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474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XSS Almacenado + Cookie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365760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0" y="3657600"/>
            <a:ext cx="3108959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34340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4434840"/>
            <a:ext cx="100584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4348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80060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SQLi Blind Time-Based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461772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0" y="4617720"/>
            <a:ext cx="242316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7200" y="530352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394960"/>
            <a:ext cx="100584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3949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76072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394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715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Auth Debil (Enum + Brute)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0" y="557784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0" y="5577840"/>
            <a:ext cx="242316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57200" y="6309360"/>
            <a:ext cx="2743200" cy="457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355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 CRITICAL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74720" y="6309360"/>
            <a:ext cx="2743200" cy="457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74720" y="6355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 HIGH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92240" y="6309360"/>
            <a:ext cx="274320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6355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 MEDIUM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Demo de la Aplicacion - UNAPEC Mini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Capturas de las principales pantallas</a:t>
            </a:r>
          </a:p>
        </p:txBody>
      </p:sp>
      <p:pic>
        <p:nvPicPr>
          <p:cNvPr id="7" name="Picture 6" descr="03-catalog-logge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303520" cy="29832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474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Catalogo autenticado</a:t>
            </a:r>
          </a:p>
        </p:txBody>
      </p:sp>
      <p:pic>
        <p:nvPicPr>
          <p:cNvPr id="9" name="Picture 8" descr="04-profile-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29832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0" y="3474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Perfil de usuario</a:t>
            </a:r>
          </a:p>
        </p:txBody>
      </p:sp>
      <p:pic>
        <p:nvPicPr>
          <p:cNvPr id="11" name="Picture 10" descr="08-admin-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931920"/>
            <a:ext cx="5303520" cy="29832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0350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Panel de administracion</a:t>
            </a:r>
          </a:p>
        </p:txBody>
      </p:sp>
      <p:pic>
        <p:nvPicPr>
          <p:cNvPr id="13" name="Picture 12" descr="09-seller-n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931920"/>
            <a:ext cx="5303520" cy="29832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60350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Panel del vendedor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OWASP ZAP - Scan Automatizado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Baseline scan contra http://127.0.0.1:5081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REAL - Burp Suite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200400" cy="9144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1371600"/>
            <a:ext cx="3200400" cy="9144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1417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920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WARN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371600"/>
            <a:ext cx="3200400" cy="914400"/>
          </a:xfrm>
          <a:prstGeom prst="round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1417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7AE60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920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FAIL</a:t>
            </a:r>
          </a:p>
        </p:txBody>
      </p:sp>
      <p:pic>
        <p:nvPicPr>
          <p:cNvPr id="18" name="Picture 17" descr="F1-14-03-zap-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560320"/>
            <a:ext cx="5943600" cy="34671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5029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C757D"/>
                </a:solidFill>
                <a:latin typeface="Calibri"/>
              </a:defRPr>
            </a:pPr>
            <a:r>
              <a:t>OWASP ZAP - Resultados (59 PASS / 9 WARN / 0 FAIL)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5603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Alertas detectadas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260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CSP Header Not 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89920" y="2944368"/>
            <a:ext cx="822960" cy="201168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0" y="294436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182112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Anti-clickjacking Header Missing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789920" y="3200400"/>
            <a:ext cx="822960" cy="201168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0" y="320040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438144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X-Content-Type-Options Missing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89920" y="3456432"/>
            <a:ext cx="822960" cy="201168"/>
          </a:xfrm>
          <a:prstGeom prst="roundRect">
            <a:avLst/>
          </a:prstGeom>
          <a:solidFill>
            <a:srgbClr val="2C7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0" y="34564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69417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Permissions Policy Not Set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789920" y="3712463"/>
            <a:ext cx="822960" cy="201168"/>
          </a:xfrm>
          <a:prstGeom prst="roundRect">
            <a:avLst/>
          </a:prstGeom>
          <a:solidFill>
            <a:srgbClr val="2C7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89920" y="3712463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3950208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Cross-Origin-Embedder-Policy Missing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89920" y="3968496"/>
            <a:ext cx="822960" cy="201168"/>
          </a:xfrm>
          <a:prstGeom prst="roundRect">
            <a:avLst/>
          </a:prstGeom>
          <a:solidFill>
            <a:srgbClr val="2C7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0" y="396849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Cross-Origin-Opener-Policy Missing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789920" y="4224528"/>
            <a:ext cx="822960" cy="201168"/>
          </a:xfrm>
          <a:prstGeom prst="roundRect">
            <a:avLst/>
          </a:prstGeom>
          <a:solidFill>
            <a:srgbClr val="2C7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789920" y="422452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462272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Cross-Origin-Resource-Policy Missing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789920" y="4480560"/>
            <a:ext cx="822960" cy="201168"/>
          </a:xfrm>
          <a:prstGeom prst="roundRect">
            <a:avLst/>
          </a:prstGeom>
          <a:solidFill>
            <a:srgbClr val="2C7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89920" y="448056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718304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User Controllable HTML Attr (XSS)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789920" y="4736592"/>
            <a:ext cx="822960" cy="20116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89920" y="473659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Info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4974336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Storable and Cacheable Content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789920" y="4992624"/>
            <a:ext cx="822960" cy="20116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89920" y="4992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Info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Conclusiones y Recomendaciones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Fase 2: Blue Team - Remediaciones propuestas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Fase 1 Completada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* 10 amenazas STRIDE identificadas y validadas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* 5 vulnerabilidades con evidencia Burp Suite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* DFD validado contra la aplicacion real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* CVSS v3.1 calculado para cada hallazgo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* Pentesting: Burp Suite, sqlmap, PyJWT, ZAP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Distribucion de severidad:</a:t>
            </a:r>
          </a:p>
          <a:p>
            <a:pPr>
              <a:spcAft>
                <a:spcPts val="400"/>
              </a:spcAft>
              <a:defRPr sz="1200" b="0">
                <a:solidFill>
                  <a:srgbClr val="C0392B"/>
                </a:solidFill>
                <a:latin typeface="Calibri"/>
              </a:defRPr>
            </a:pPr>
            <a:r>
              <a:t>1 CRITICAL (CVSS 9.6)</a:t>
            </a:r>
          </a:p>
          <a:p>
            <a:pPr>
              <a:spcAft>
                <a:spcPts val="400"/>
              </a:spcAft>
              <a:defRPr sz="1200" b="0">
                <a:solidFill>
                  <a:srgbClr val="E67E22"/>
                </a:solidFill>
                <a:latin typeface="Calibri"/>
              </a:defRPr>
            </a:pPr>
            <a:r>
              <a:t>1 HIGH (CVSS 8.1)</a:t>
            </a:r>
          </a:p>
          <a:p>
            <a:pPr>
              <a:spcAft>
                <a:spcPts val="400"/>
              </a:spcAft>
              <a:defRPr sz="1200" b="0">
                <a:solidFill>
                  <a:srgbClr val="F39C12"/>
                </a:solidFill>
                <a:latin typeface="Calibri"/>
              </a:defRPr>
            </a:pPr>
            <a:r>
              <a:t>3 MEDIUM (CVSS 5.3-6.8)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003366"/>
                </a:solidFill>
                <a:latin typeface="Calibri"/>
              </a:defRPr>
            </a:pPr>
            <a:r>
              <a:t>OWASP ZAP: 59 PASS, 9 WARN, 0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53035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Plan de Remediacion Fase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2024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P1: Migrar JWT a RS256 con par de llaves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-&gt; Elimina forja de tokens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P1: Validar ownership en carrito/pedidos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-&gt; Elimina IDOR/BOLA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P2: Sanitizar comentarios + CSP + HttpOnly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-&gt; Elimina XSS y robo de cookie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P2: Parametrizar consultas SQL (EF Core)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-&gt; Elimina SQLi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P3: Rate limiting con Redis + lockout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-&gt; Mitiga fuerza bruta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P3: Mensaje uniforme + bcrypt + TOTP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-&gt; Elimina enumeracion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P3: Tabla de auditoria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-&gt; Trazabilidad de acciones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UNIVERSIDAD APEC - SEGURIDAD DE SOFTWARE ISW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4A843"/>
                </a:solidFill>
                <a:latin typeface="Calibri"/>
              </a:defRPr>
            </a:pPr>
            <a:r>
              <a:t>UNAPEC Mini Shop Security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840480"/>
            <a:ext cx="4876495" cy="1828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Jean de los Santos   -   Jose Canelo   -   Rainiery Pena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4A843"/>
                </a:solidFill>
                <a:latin typeface="Calibri"/>
              </a:defRPr>
            </a:pPr>
            <a:r>
              <a:t>Proyecto Integrador Avanzado - Fase 1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Octubre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