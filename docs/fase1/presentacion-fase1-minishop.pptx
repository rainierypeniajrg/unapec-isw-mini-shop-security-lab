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Mini Shop Security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392B"/>
                </a:solidFill>
              </a:defRPr>
            </a:pPr>
            <a:r>
              <a:t>Modelo de Amenazas y Análisis de Seguridad — Fase 1 (Red Team)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Universidad APEC (UNAPEC) — Seguridad de Software ISW</a:t>
            </a:r>
            <a:br/>
            <a:br/>
            <a:r>
              <a:t>Jean de los Santos  |  Jose Canelo  |  Rainiery Peña</a:t>
            </a:r>
            <a:br/>
            <a:br/>
            <a: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1. Arquitectura de la Aplicación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2. Diagrama de Flujo de Datos (DFD)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3. Registro STRIDE (10 amenazas)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4. Validación DFD y STRIDE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5. Hallazgos de Seguridad (5 vulnerabilidades)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6. Puntuaciones CVSS v3.1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7.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Arquitectura de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ASP.NET Core 10 MVC/Razor + API Controllers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PostgreSQL 18 en Docker Compose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3 Roles: Cliente, Vendedor, Admin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Autenticación dual: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Cookie (LabSession) para vistas MVC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JWT Bearer HS256 para endpoints API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Binding: solo 127.0.0.1:5081 (loopback)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Contenedor: usuario no-root (uid=1654), filesystem read-only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Diagrama de Flujo de Datos (DFD)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5 Entidades (Cajas):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U: Usuarios (Cliente/Vendedor/Admin) en navegador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W: ASP.NET Core MVC/Razor + API (Kestrel)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D: PostgreSQL con datos sintéticos (7 tablas)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P: Burp/ZAP herramientas de prueba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L: Logs de contenedor (stdout)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7 Flujos de Datos (Flechas):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HTTP con cookies/tokens, HTML/JSON, SQL (EF Core + raw),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logs, y flujo XSS /lab/collect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Trust Boundaries (Límites de Confianza)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TB-1: Navegador → App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Entrada no confiable: formularios, IDs, cookies, tokens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TB-2: Herramientas → App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Solo apuntan a loopback, datos de prueba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TB-3: App → PostgreSQL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Consultas cruzan límite proceso/datos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TB-4: /lab/collect (XSS flow)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Cookie robada enviada al mismo contenedor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TB-5: Contenedor → Host/Red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Solo 127.0.0.1, no expuesto a red externa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Registro STRIDE — 10 Amenazas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S-01: Enumeración de usuarios por mensajes diferenciados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S-02: JWT débil permite forjar token Admin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T-01: SQLi blind time-based en búsqueda (pg_sleep)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T-02: IDOR — Cliente A modifica carrito de Cliente B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R-01: Sin tabla de auditoría (no trazabilidad)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I-01: XSS almacenado + robo de cookie vía /lab/collect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I-02: BOLA — lectura de datos ajenos por cambio de ID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I-03: Enumeración por respuestas de error diferenciadas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D-01: Sin rate limit en login (Red Team)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E-01: Elevación de privilegios con cookie o JWT forjado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VULN-01: SQL Injection Blind Time-Based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Endpoint: GET /api/products/search?q=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CWE-89 | OWASP A03:2021 Injection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Prueba: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Baseline: búsqueda normal → ~0.05 segundos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Inyección pg_sleep(2) → ~2.01 segundos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Diferencia: ~1.96s confirma SQLi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Herramientas: Burp Suite Repeater + sqlmap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CVSS: 5.3 (MEDIUM)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Vector: AV:N/AC:L/PR:N/UI:N/S:U/C:L/I:N/A:N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VULN-02: XSS Almacenado + Robo de Cookie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Endpoint: POST /api/products/{id}/comments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CWE-79 | OWASP A03:2021 Injection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Cadena de ataque: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1. Atacante publica comentario con payload JS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2. Víctima visita la página del producto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3. JS ejecuta y envía cookie a /lab/collect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4. Atacante replica cookie → suplanta sesión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Cookie LabSession sin HttpOnly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CVSS: 6.8 (MEDIUM)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VULN-03: IDOR/BOLA en Carrito y Pedidos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Endpoints: /api/cart/{id}, /api/orders/{id}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CWE-639 | OWASP A01:2021 Broken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Prueba: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Cliente-A accede a GET /api/cart/2 (de Cliente-B)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Servidor devuelve HTTP 200 con datos de B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También puede modificar: PUT /api/cart/2/items/2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Sin verificación de ownership en servidor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CVSS: 8.1 (HIGH)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Vector: AV:N/AC:L/PR:L/UI:N/S:U/C:H/I:H/A:N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VULN-04: Autenticación Débil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Endpoint: POST /api/auth/login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CWE-204/307 | OWASP A07:2021 Auth Failures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Hallazgos: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1. Enumeración: "Usuario inexistente" vs "Contraseña incorrecta"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2. Sin rate limit: 5/5 intentos sin bloqueo (HTTP 401, no 429)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3. Fuerza bruta viable con diccionario pequeño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CVSS: 5.3 (MEDIUM)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Vector: AV:N/AC:L/PR:N/UI:N/S:U/C:L/I:N/A:N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VULN-05: JWT HS256 Secreto Débil — Escalación de Privilegios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Endpoint: /api/admin (Bearer JWT)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CWE-347/269 | OWASP A02:2021 Crypto Failures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Prueba: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Secreto: 'MiniShopLab2026' (15 bytes, insuficiente)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Token original (role=Cliente) → /api/admin → 403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Token forjado (role=Admin) → /api/admin → 200 OK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Acceso total: usuarios, productos, pedidos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CVSS: 9.6 (CRITICAL)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Vector: AV:N/AC:L/PR:L/UI:N/S:C/C:H/I:H/A:N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Resumen CVSS v3.1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VULN-05: JWT Weak Secret         → 9.6 CRITICAL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VULN-03: IDOR/BOLA              → 8.1 HIGH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VULN-02: XSS + Cookie Theft     → 6.8 MEDIUM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VULN-01: SQLi Blind Time-Based  → 5.3 MEDIUM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VULN-04: Auth Débil             → 5.3 MEDIUM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Total: 5 vulnerabilidades confirmadas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1 Critical | 1 High | 3 Medium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Fase 1 completada: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10 amenazas STRIDE identificadas y validadas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5 vulnerabilidades demostradas con evidencia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DFD validado contra la aplicación real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Recomendaciones para Fase 2 (Blue Team):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Migrar JWT a RS256 con par de llaves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Validar ownership en endpoints de carrito/pedidos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Sanitizar comentarios + CSP + HttpOnly cookies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Parametrizar consultas SQL (EF Core)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Rate limiting con Redis + lockout + bcrypt + TOTP</a:t>
            </a:r>
          </a:p>
          <a:p>
            <a:pPr lvl="1"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  Agregar tabla de auditoría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Jean de los Santos  |  Jose Canelo  |  Rainiery Peña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</a:defRPr>
            </a:pPr>
            <a:r>
              <a:t>UNAPEC — Seguridad de Software ISW — Octubre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